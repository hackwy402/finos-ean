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A651"/>
              </a:gs>
              <a:gs pos="100000">
                <a:srgbClr val="003DA5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Sesión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Fundamentos de FinOps y visibilidad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Qué es FinOps, por qué la nube cambió el modelo de costos, y cómo ver el gasto en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No puedes optimizar lo que no ves: el punto de partida es la visibilidad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Jawy Andrés Romero Pinto   ·  Curso 88-EAN · Universidad Ean · Educación Continua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2 horas  ·  Plataforma: Microsoft Azure (cuentas Azure for Students)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Agenda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Del modelo de costos de la nube a ver tu gasto en Azure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81328"/>
            <a:ext cx="566928" cy="566928"/>
          </a:xfrm>
          <a:prstGeom prst="ellipse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¿?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447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Por qué la nube cambió el costo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De CapEx a OpEx: gasto variable y descentralizado.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04288"/>
            <a:ext cx="566928" cy="566928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Qué es (y qué no es) FinOps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786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Cultura + práctica para maximizar el valor por cada peso.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27248"/>
            <a:ext cx="566928" cy="566928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CICLO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906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El FinOps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015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Informar → Optimizar → Operar, y quién colabora.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50208"/>
            <a:ext cx="566928" cy="5669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136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Facturación de Azure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245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Jerarquía de cuentas y cómo se cobra el consumo.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73168"/>
            <a:ext cx="566928" cy="566928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36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Cost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47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La herramienta para ver y analizar el gasto.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96128"/>
            <a:ext cx="566928" cy="566928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5595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Laboratorio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Activas tu cuenta, exploras costos y estimas con la calculadora.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 nube cambió el modelo de costos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Y por eso hace falta una disciplina nueva: FinOps</a:t>
            </a:r>
          </a:p>
        </p:txBody>
      </p:sp>
      <p:pic>
        <p:nvPicPr>
          <p:cNvPr id="4" name="Picture 3" descr="data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4114800" cy="27324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45720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Data center · Wikimedia Commons · CC BY-SA 3.0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578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Antes · centro de datos propio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Compras hardware por adelantado (CapEx)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Costo fijo y predecible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Aprovisionar = semanas, con aprobación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Pocas manos deciden el gasto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57800" cy="2743200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Ahora · nube (Azure)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Pagas por consumo, por hora/segundo (OpEx)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Costo variable: sube y baja con el uso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Aprovisionar = segundos, con un clic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CUALQUIER equipo puede gastar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29626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La consecuencia: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El gasto se volvió una decisión de ingeniería en tiempo real, no una compra anual. Sin visibilidad ni cultura de costos, la factura sorprende a fin de 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Qué es FinOps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Financial Operations: llevar responsabilidad financiera a la nube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737360"/>
            <a:ext cx="9966960" cy="13716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1">
                <a:solidFill>
                  <a:srgbClr val="FFFFFF"/>
                </a:solidFill>
                <a:latin typeface="Calibri"/>
              </a:rPr>
              <a:t>«FinOps es una práctica cultural y operativa que maximiza el VALOR de la nube, ayudando a los equipos de ingeniería, finanzas y negocio a colaborar en decisiones de gasto basadas en datos.»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— Adaptado de la FinOps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03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400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No es solo TI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Une finanzas, ingeniería y negocio en una misma conversación.</a:t>
            </a:r>
          </a:p>
        </p:txBody>
      </p:sp>
      <p:sp>
        <p:nvSpPr>
          <p:cNvPr id="7" name="Oval 6"/>
          <p:cNvSpPr/>
          <p:nvPr/>
        </p:nvSpPr>
        <p:spPr>
          <a:xfrm>
            <a:off x="1664208" y="3840480"/>
            <a:ext cx="457200" cy="457200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3703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400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No es un software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Es cultura + proceso; las herramientas ayudan, no reemplazan.</a:t>
            </a:r>
          </a:p>
        </p:txBody>
      </p:sp>
      <p:sp>
        <p:nvSpPr>
          <p:cNvPr id="9" name="Oval 8"/>
          <p:cNvSpPr/>
          <p:nvPr/>
        </p:nvSpPr>
        <p:spPr>
          <a:xfrm>
            <a:off x="4507992" y="3840480"/>
            <a:ext cx="457200" cy="45720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703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400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No es 'recortar'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Es maximizar el valor por peso, no gastar lo mínimo.</a:t>
            </a:r>
          </a:p>
        </p:txBody>
      </p:sp>
      <p:sp>
        <p:nvSpPr>
          <p:cNvPr id="11" name="Oval 10"/>
          <p:cNvSpPr/>
          <p:nvPr/>
        </p:nvSpPr>
        <p:spPr>
          <a:xfrm>
            <a:off x="7351776" y="3840480"/>
            <a:ext cx="457200" cy="457200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9992" y="3703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400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Es en tiempo real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Decisiones continuas, no un presupuesto anual congelado.</a:t>
            </a:r>
          </a:p>
        </p:txBody>
      </p:sp>
      <p:sp>
        <p:nvSpPr>
          <p:cNvPr id="13" name="Oval 12"/>
          <p:cNvSpPr/>
          <p:nvPr/>
        </p:nvSpPr>
        <p:spPr>
          <a:xfrm>
            <a:off x="10195560" y="3840480"/>
            <a:ext cx="457200" cy="457200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FinOps no es gastar menos: es gastar mejor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pregunta no es «¿cuánto cuesta?» sino «¿vale lo que cuesta?»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Mentalidad de recorte (limitada)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Meta: bajar la factura a toda costa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Frena proyectos que sí generan valor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Optimiza el costo, ignora el retorno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'Apagar todo' también apaga el negocio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Mentalidad FinOps (valor)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Meta: máximo valor de negocio por peso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Invierte donde hay retorno, recorta el desperdicio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Mide costo Y valor (unit economics)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 veces la decisión correcta es gastar MÁS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341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Ejemplo: pagar más por una base de datos que sostiene el servicio de pensiones en línea puede ser la decisión correcta; pagar por 20 VMs encendidas sin uso, nunca.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El FinOps Framework: un ciclo continuo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Tres fases que se repiten — no un proyecto con fin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468880"/>
            <a:ext cx="2377440" cy="12801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INFORMAR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visibilidad, asignación y
benchmarking del gasto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468880"/>
            <a:ext cx="2377440" cy="12801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OPTIMIZAR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rightsizing, eliminar
desperdicio, comprar bien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2468880"/>
            <a:ext cx="2377440" cy="128016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gobierno, cultura y
mejora continua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03320" y="2962656"/>
            <a:ext cx="1143000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315200" y="2962656"/>
            <a:ext cx="1143000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ft Arrow 8"/>
          <p:cNvSpPr/>
          <p:nvPr/>
        </p:nvSpPr>
        <p:spPr>
          <a:xfrm>
            <a:off x="2377440" y="4617720"/>
            <a:ext cx="7680960" cy="320040"/>
          </a:xfrm>
          <a:prstGeom prst="leftArrow">
            <a:avLst/>
          </a:prstGeom>
          <a:solidFill>
            <a:srgbClr val="BFC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…y vuelve a empezar (el gasto nunca deja de cambiar)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Este curso recorre el ciclo: hoy y la S2 = INFORMAR (ver y asignar); S3–S4 = OPTIMIZAR (presupuestos, rightsizing, compromisos); S5 = OPERAR (gobierno y cultura).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FinOps es un deporte de 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Nadie optimiza la nube solo — se necesita colaboración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Ingeniería / TI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Quien crea los recursos y puede apagarlos, redimensionarlos u optimizarlos.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98424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62072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Finanzas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Presupuesta, hace forecasting, asigna costos y mide el retorno.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4106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Negocio / Liderazgo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Define prioridades y qué valor se espera de cada peso invertido.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142232"/>
            <a:ext cx="548640" cy="548640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0056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Práctica FinOps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Facilita: datos, procesos y lenguaje común entre todos.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221224"/>
            <a:ext cx="548640" cy="548640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El lenguaje común: costo por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número que conecta la factura con 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Un total de factura no dice si vas bien o mal: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«Gastamos $10.000 este mes» — ¿es mucho o poco?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«Gastamos $0,002 por trámite de pensión procesado» — eso SÍ se puede comparar, seguir y mejorar.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Unit economics = costo cloud ÷ unidad de negocio (por usuario, por transacción, por trámite).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1E7C3C"/>
                </a:solidFill>
                <a:latin typeface="Calibri"/>
              </a:rPr>
              <a:t>Permite crecer el negocio y que el costo unitario BAJE — el objetivo real de FinOps.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920240"/>
            <a:ext cx="4846320" cy="32918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wrap="square"/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costo por unidad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gasto cloud del mes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──────────────────</a:t>
            </a:r>
          </a:p>
          <a:p>
            <a:pPr algn="ctr"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unidades de negocio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(trámites, usuarios, transacciones…)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Cómo se organiza la facturación en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jerarquía que debes conocer para ver y asignar costos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Billing account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La cuenta de facturación (dónde llega la factura)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670048"/>
            <a:ext cx="9601200" cy="77724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Subscription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La suscripción: límite de facturación y de acceso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3602736"/>
            <a:ext cx="8321040" cy="77724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Resource group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Agrupa recursos de un proyecto/carga (¡clave para costos!)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4535424"/>
            <a:ext cx="7040880" cy="77724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Resource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El recurso que consume: VM, storage, base de datos…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Cada recurso hereda su lugar en esta jerarquía. Por eso, organizar bien suscripciones y grupos de recursos —y etiquetar (S2)— es lo que después te deja responder «¿cuánto gastó cada área?».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Cómo se cobra el consumo en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Pago por uso: cada servicio tiene su medidor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Cómputo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VMs: por segundo/hora encendida y por tamaño (vCPU/RAM). Apagada ≠ gratis si reservas disco.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Cómputo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2424" y="18288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Almacenamiento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Por GB/mes, por tipo (caliente/frío) y por operaciones. El dato viejo en caliente cuesta de más.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2424" y="182880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Almacenamiento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288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Red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La ENTRADA suele ser gratis; la SALIDA de datos (egress) se cobra. Sorpresa común en la factura.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82880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9992" y="18288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Servicios PaaS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Bases de datos, funciones, IA: por transacción, por hora o por consumo. Leer el medidor de cada uno.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9992" y="182880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Servicios 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Regla práctica: para cada recurso pregúntate qué MIDE su factura (tiempo, GB, operaciones, transacciones). Ahí están las palancas de optimización que veremos en la S4.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Azure Cost Management +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herramienta —gratuita— para ver, analizar y controlar el gasto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Cost Analysis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Explorar el gasto: por servicio, grupo, etiqueta, tiempo. La base de la visibilidad.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Budgets y alertas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Poner límites y avisar cuando el gasto se acerca (lo veremos en la S3).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Advisor (costos)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Recomendaciones de ahorro de Azure (rightsizing, recursos ociosos — S4).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288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7724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Exports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Sacar los datos de costo a CSV/Storage para análisis y reportes.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82880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Cost Management NO cuesta extra: viene con tu suscripción. Es lo primero que abre un practicante de FinOps cada mañana. Hoy en el lab empiezas por Cost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FinOps es multi-nube: mismos principios, otra consola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Aprendes en Azure, pero el marco aplica igual en AWS (y GCP)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NECESIDAD FinOps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4E9C"/>
                </a:solidFill>
                <a:latin typeface="Calibri"/>
              </a:rPr>
              <a:t>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" cy="50292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57984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Ver el gasto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579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Cost Management · Cost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5798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Cost Explorer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79192"/>
            <a:ext cx="109728" cy="50292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34056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Presupuestar y alertar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340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Azure Budgets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340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AWS Budgets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55264"/>
            <a:ext cx="109728" cy="50292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10128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Recomendaciones de ahorro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101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Azure Advisor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3101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Trusted Advisor · Compute Optimizer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31336"/>
            <a:ext cx="109728" cy="50292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Estimar antes de crear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86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Pricing Calculator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AWS Pricing Calculator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07408"/>
            <a:ext cx="109728" cy="50292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62272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Etiquetar para asignar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4622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622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Cost Allocation Tags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83480"/>
            <a:ext cx="109728" cy="50292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038344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Comprar con descuento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03834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Reservations · Savings Plans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0383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Reserved Instances · Savings Plans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Las herramientas cambian de nombre; el framework Informar → Optimizar → Operar es idéntico. Un practicante de FinOps se mueve entre nubes: lo que aprendes aquí en Azure lo aplicas en AWS.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Caso de uso: el recurso olvidado (zombie)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desperdicio #1 en la nube — y cómo el ciclo FinOps lo resuelve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CREA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una VM para una prueba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2888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61488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OLVIDA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encendida sin uso; la factura sube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91456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0056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DETECTA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Cost Analysis / Cost Explorer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0024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78624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CONFIRMA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Advisor / Compute Optimizer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37192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APAGA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y se verifica el ahorro</a:t>
            </a:r>
          </a:p>
        </p:txBody>
      </p:sp>
      <p:pic>
        <p:nvPicPr>
          <p:cNvPr id="13" name="Picture 12" descr="server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0"/>
            <a:ext cx="3931920" cy="2621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760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Racks de servidores · Wikimedia Commons · CC BY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Lo mismo en las dos nubes: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Azure: una VM olvidada → la ves en Cost Analysis, Advisor la marca como infrautilizada, la apagas o la eliminas.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AWS: una instancia EC2 igual → Cost Explorer muestra el gasto, Compute Optimizer / Trusted Advisor la marcan, la detienes.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1E7C3C"/>
                </a:solidFill>
                <a:latin typeface="Calibri"/>
              </a:rPr>
              <a:t>La lección FinOps: apagar lo que no se usa es el ahorro más fácil y frecuente. Pagas por tiempo encendido, uses o no la máquina.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Caso de uso: la sorpresa de la salida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entrada es gratis; SACAR datos se cobra — sorprende en Azure y en AWS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 EN LA NUBE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sirve datos a usuarios/otras regiones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2888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61488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SALEN DATOS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cada GB de egress se cobra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91456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0056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PICO EN LA FACTURA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un cargo que nadie esperaba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0024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78624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DETECTA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costo por medidor: 'Data Transfer Out'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37192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MITIGA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CDN, misma región, comprimir</a:t>
            </a:r>
          </a:p>
        </p:txBody>
      </p:sp>
      <p:pic>
        <p:nvPicPr>
          <p:cNvPr id="13" name="Picture 12" descr="data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200400"/>
            <a:ext cx="3931920" cy="26110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5806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Data center · Wikimedia Commons · CC BY-SA 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040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Por qué sorprende — en cualquier nube: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Subir datos (ingress) suele ser gratis; bajarlos/enviarlos fuera (egress) se cobra por GB. Azure y AWS funcionan igual.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Se dispara con backups a otra región, APIs muy consultadas, o mover datos entre nubes.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Se detecta agrupando el costo por 'medidor' (Azure) o 'usage type' (AWS) y buscando 'Data Transfer Out'.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1E7C3C"/>
                </a:solidFill>
                <a:latin typeface="Calibri"/>
              </a:rPr>
              <a:t>Se mitiga: cachear con CDN, mantener el tráfico en la misma región y comprimir. Diseñar pensando en el egress.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 regla de oro de la Sesión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Con la que arranca todo el resto del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55448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1">
                <a:solidFill>
                  <a:srgbClr val="FFFFFF"/>
                </a:solidFill>
                <a:latin typeface="Calibri"/>
              </a:rPr>
              <a:t>«No puedes optimizar —ni gobernar, ni presupuestar— lo que no puedes ver. La visibilidad del costo es el cimiento de FinOps.»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Por eso INFORMAR es la primera fase del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68172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Hoy consigues visibilidad; la S2 la hace útil con etiquetas y asignación.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248656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Sin este cimiento, presupuestar (S3) y optimizar (S4) son adivinar.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Laboratorio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Tu primer contacto con los costos en Azure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Activa y explora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Activas tu cuenta Azure for Students y recorres el portal y Cost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1 · 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Estima con la calculadora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Con la Pricing Calculator estimas el costo de una pequeña arquitectura y ves sus palancas.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2 · 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Ve tu gasto real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Despliegas un recurso mínimo y lo ubicas en Cost Analysis; interpretas el desglose.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3 ·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Requisito: tu cuenta Azure for Students activa (correo académico que te da EAN, $100 de crédito, sin tarjeta). El crédito NO se gasta con la calculadora ni por explorar; solo si dejas recursos encendidos — al final del lab los apagas.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Puente a la Sesión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Ya ves el gasto total — falta saber de QUIÉN es cada peso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4630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Ver el total es el primer paso. Pero «gastamos X» no basta: ¿qué área, qué proyecto, qué ambiente? La S2 responde eso con ETIQUETADO y asignación de costos (showback/chargeback).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0233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Hoy: visibilidad del gasto (Cost Analysis) y el modelo de facturación.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5720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S2: etiquetas, organización de recursos y repartir el costo por área.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12064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Tarea: activa tu cuenta y trae al menos un recurso desplegado para etiquetarlo.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